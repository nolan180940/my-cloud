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32B8A-EB94-2B3C-5346-EA4E65C24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7885AF-D27E-52DA-8C25-4C8C1E81A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B3658C-AC8F-74BB-7A09-9903C4422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D197-7C9F-4BF3-ABC3-9E0AF9A705C1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0DD385-9C24-6034-532D-0B7D684FA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50524E-068B-DDC1-361B-060DACC1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3296D-CB26-40A7-A687-DF65F4EC1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971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691210-03E9-CAD1-4B24-718AC520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6CF8FA-632A-E2C6-94AE-03DB8FA60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95891-4FF1-2958-56C9-EF7AB06E9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D197-7C9F-4BF3-ABC3-9E0AF9A705C1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6A8FDF-635A-4D0D-7E41-69CE8B5BB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577162-D0FF-1E92-4DDF-CAAE0F9D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3296D-CB26-40A7-A687-DF65F4EC1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8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D0BDB-8A16-D0AB-4FB4-B1AA84266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C7AC35-71C6-2C2C-BC0E-137D02C10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3E4CFD-F75D-6FC6-9C6C-911D252E9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D197-7C9F-4BF3-ABC3-9E0AF9A705C1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39E5AC-ACF2-540F-C58D-AD7FC1447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97F9B0-9A23-7441-18ED-44627158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3296D-CB26-40A7-A687-DF65F4EC1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212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54A2-73F2-C901-7CF8-CCBE0ECF2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C927DD-A7E4-14FD-AA53-BDE002E44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CC23B8-867B-E375-BAF6-26A0F1D1A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D17A1D-0DD3-475F-5D2F-F292EE9C9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D197-7C9F-4BF3-ABC3-9E0AF9A705C1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515340-ECCE-08BD-D7FB-248C3CAED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FD3D5E-7DDD-D579-3057-E157E21F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3296D-CB26-40A7-A687-DF65F4EC1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77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1D1F9-26D4-FB5C-7C5E-56675308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B2F77A-5BE8-D776-5812-1DAF7ADE2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9331B6-F477-5629-B7DD-5D5862CDD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A6C48B4-A13E-8038-BB75-E247B7167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DC3B35F-CECD-2280-5D44-A90972350F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16F9C09-8FA2-F95D-7786-C9EDFC172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D197-7C9F-4BF3-ABC3-9E0AF9A705C1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7F852E-969B-D9DB-2611-21EC1381A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F63ADB-C63B-FF54-4B70-23D1B60C4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3296D-CB26-40A7-A687-DF65F4EC1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15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006D3F-6093-6A34-8664-980A6D402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8202FF-65CB-C588-E420-2A4930EE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D197-7C9F-4BF3-ABC3-9E0AF9A705C1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702E55-B5A5-EE42-123F-3250E543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9CC994-CA15-325E-6636-298BF0D9C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3296D-CB26-40A7-A687-DF65F4EC1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168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8E5EBA-39C4-BA92-DA0C-BB297AD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D197-7C9F-4BF3-ABC3-9E0AF9A705C1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82AB39-05D2-1A5B-0A57-C0DEFD7F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851BD2-1F47-1BD9-AEC5-AAA8C82C9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3296D-CB26-40A7-A687-DF65F4EC1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014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DA4947-E939-971A-885C-EA993A331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1366EB-B489-3FA5-A73B-2B4D8E2DE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85B439-35C3-0BA0-1E2D-01C3C6DAD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7E4E03-72CF-DE6C-3A33-72614D7CE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D197-7C9F-4BF3-ABC3-9E0AF9A705C1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107E60-949D-6708-63E3-A348D64F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DE7E56-56BE-8AA9-41B2-0F761DC62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3296D-CB26-40A7-A687-DF65F4EC1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231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88A20-F20B-70AC-C7FD-98CC36C30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1DDD32-8381-2AB2-CBCF-D469ED1E2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4D4867-1828-5F24-77BC-DE235D871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EF4E70-CBCB-2563-B3DD-F8F5FADDB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D197-7C9F-4BF3-ABC3-9E0AF9A705C1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2EB51E-23A9-048B-419F-5E0DDBDAC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2FE9B8-800E-CE74-9475-6D5E0422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3296D-CB26-40A7-A687-DF65F4EC1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154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FF9A9-2B8B-243F-F3F7-00F3C6769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7F3248-2DD8-8280-A19E-C799F2D7D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E8F4BF-37FB-594B-3FF6-7FA8C3E0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D197-7C9F-4BF3-ABC3-9E0AF9A705C1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39BF6B-6E6D-AC87-A585-72DA9731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382DA4-BB58-9635-EF52-1EA77602D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3296D-CB26-40A7-A687-DF65F4EC1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159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991A88-E009-6CB1-FEBF-0769162BF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ED3AE9-017F-2FD6-E6AF-DF1D9E011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2220A0-9745-8506-D230-440F2654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D197-7C9F-4BF3-ABC3-9E0AF9A705C1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8FF5D8-AB3A-68B7-EDDF-9357D1159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47D930-84BF-3231-F1DA-D9018A720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3296D-CB26-40A7-A687-DF65F4EC1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8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FF7503-D8BF-7AEF-1CE3-9B8BBB07D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03CAD7-6252-FD63-CEB7-6BC3B5E79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9DDC9C-C8E7-CA56-B976-F5DE3CC66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AD197-7C9F-4BF3-ABC3-9E0AF9A705C1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7AC3D6-5CC6-2A84-22A5-DFA0EC23C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02955-1745-92F8-AC47-F76410ADD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3296D-CB26-40A7-A687-DF65F4EC1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9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B62D56-F54D-1E05-0454-10346A787A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2025 </a:t>
            </a:r>
            <a:r>
              <a:rPr lang="zh-CN" altLang="en-US" dirty="0"/>
              <a:t>静安二卷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7E60D3-D868-0514-264F-C44FBA42DD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20250930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8430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9D83F7-CEF4-82DB-0439-0E4E0F38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Translation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93119-A128-7EC9-8B8E-883780729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52.</a:t>
            </a:r>
            <a:r>
              <a:rPr lang="zh-CN" altLang="en-US" dirty="0"/>
              <a:t>记得修水管，</a:t>
            </a:r>
            <a:r>
              <a:rPr lang="zh-CN" altLang="en-US" dirty="0">
                <a:highlight>
                  <a:srgbClr val="FFFF00"/>
                </a:highlight>
              </a:rPr>
              <a:t>否则</a:t>
            </a:r>
            <a:r>
              <a:rPr lang="zh-CN" altLang="en-US" dirty="0"/>
              <a:t>厨房很快就会水漫金山。（</a:t>
            </a:r>
            <a:r>
              <a:rPr lang="en-US" altLang="zh-CN" dirty="0"/>
              <a:t>or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 to repair the pipe </a:t>
            </a:r>
            <a:r>
              <a:rPr lang="en-US" altLang="zh-CN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kitchen will be </a:t>
            </a:r>
            <a:r>
              <a:rPr lang="en-US" altLang="zh-CN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flooded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soon.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53.</a:t>
            </a:r>
            <a:r>
              <a:rPr lang="zh-CN" altLang="en-US" dirty="0"/>
              <a:t>我们</a:t>
            </a:r>
            <a:r>
              <a:rPr lang="zh-CN" altLang="en-US" dirty="0">
                <a:highlight>
                  <a:srgbClr val="FFFF00"/>
                </a:highlight>
              </a:rPr>
              <a:t>不妨</a:t>
            </a:r>
            <a:r>
              <a:rPr lang="zh-CN" altLang="en-US" dirty="0"/>
              <a:t>送她一个带遥控功能的空气净化器作为乔迁礼物。（</a:t>
            </a:r>
            <a:r>
              <a:rPr lang="en-US" altLang="zh-CN" dirty="0"/>
              <a:t>might as well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CN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might as well 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her a remote-controlled air </a:t>
            </a:r>
            <a:r>
              <a:rPr lang="en-US" altLang="zh-CN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purifier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housewarming gift.</a:t>
            </a:r>
            <a:endParaRPr lang="zh-CN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52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F056A-3D36-FD50-A96B-5F387A244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Translation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DD821E-CDC9-94A5-3E5F-C39E64D84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54.</a:t>
            </a:r>
            <a:r>
              <a:rPr lang="zh-CN" altLang="en-US" dirty="0"/>
              <a:t>如果准新娘们认为婚纱是重中之重，那只能</a:t>
            </a:r>
            <a:r>
              <a:rPr lang="zh-CN" altLang="en-US" dirty="0">
                <a:highlight>
                  <a:srgbClr val="FFFF00"/>
                </a:highlight>
              </a:rPr>
              <a:t>削减</a:t>
            </a:r>
            <a:r>
              <a:rPr lang="zh-CN" altLang="en-US" dirty="0"/>
              <a:t>其它项的开支以防婚礼预算超支。（</a:t>
            </a:r>
            <a:r>
              <a:rPr lang="en-US" altLang="zh-CN" dirty="0"/>
              <a:t>cut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zh-CN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brides-to-be 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that the wedding dress is the top </a:t>
            </a:r>
            <a:r>
              <a:rPr lang="en-US" altLang="zh-CN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they have to </a:t>
            </a:r>
            <a:r>
              <a:rPr lang="en-US" altLang="zh-CN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expenses on other items to avoid overspending the wedding budget.</a:t>
            </a:r>
            <a:endParaRPr lang="zh-CN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/>
              <a:t>55.</a:t>
            </a:r>
            <a:r>
              <a:rPr lang="zh-CN" altLang="en-US" dirty="0"/>
              <a:t>与其他国家消费者相比，很多中国人并不习惯信用卡支付，移动支付能在中国迅速崛起，一定程度上也</a:t>
            </a:r>
            <a:r>
              <a:rPr lang="zh-CN" altLang="en-US" dirty="0">
                <a:highlight>
                  <a:srgbClr val="FFFF00"/>
                </a:highlight>
              </a:rPr>
              <a:t>得益于</a:t>
            </a:r>
            <a:r>
              <a:rPr lang="zh-CN" altLang="en-US" dirty="0"/>
              <a:t>此。（</a:t>
            </a:r>
            <a:r>
              <a:rPr lang="en-US" altLang="zh-CN" dirty="0"/>
              <a:t>benefit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consumers of other countries, many Chinese people are not used to paying by credit card, which in part </a:t>
            </a:r>
            <a:r>
              <a:rPr lang="en-US" altLang="zh-CN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rapid rise of mobile payment in China.</a:t>
            </a:r>
            <a:endParaRPr lang="zh-CN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043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197</Words>
  <Application>Microsoft Office PowerPoint</Application>
  <PresentationFormat>宽屏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2025 静安二卷</vt:lpstr>
      <vt:lpstr>Translation</vt:lpstr>
      <vt:lpstr>Translation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诺 许</dc:creator>
  <cp:lastModifiedBy>诺 许</cp:lastModifiedBy>
  <cp:revision>3</cp:revision>
  <dcterms:created xsi:type="dcterms:W3CDTF">2025-09-30T04:46:19Z</dcterms:created>
  <dcterms:modified xsi:type="dcterms:W3CDTF">2025-09-30T04:52:22Z</dcterms:modified>
</cp:coreProperties>
</file>