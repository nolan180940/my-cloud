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225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4DF974-70F2-C6D3-7B62-DA8EB14A71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BFB6947-C5F5-C397-361E-9FF872DBB4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CAFEC1F-8935-AC7A-4304-F45779541B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E2424-E50B-4293-BE1A-4F10EFEA0FF0}" type="datetimeFigureOut">
              <a:rPr lang="zh-CN" altLang="en-US" smtClean="0"/>
              <a:t>2025/9/15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4DEC10B-CFE8-4B50-9E0D-319A2AA78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12EE7B-FFDA-FDC0-E210-F09A4443B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7F2F-680D-4EDC-9B68-B1C9015A363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17729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ABFD32-41E6-C934-82BD-60BDD7FD9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8074F8C-70CC-9C74-51DD-04DDD6C255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0402C6-367A-8D2B-D7BB-33DF62F7A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E2424-E50B-4293-BE1A-4F10EFEA0FF0}" type="datetimeFigureOut">
              <a:rPr lang="zh-CN" altLang="en-US" smtClean="0"/>
              <a:t>2025/9/15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DFB9AC-47FB-15BB-938B-764575B23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5C84558-849F-E85B-1751-9AAEDCE54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7F2F-680D-4EDC-9B68-B1C9015A363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78166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BA2AF1-BD12-B5AE-A6B1-1345F942B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2C7C839-43FB-0173-229B-A235189889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2D6CA3-86C2-EFB1-5E27-9585B31BC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E2424-E50B-4293-BE1A-4F10EFEA0FF0}" type="datetimeFigureOut">
              <a:rPr lang="zh-CN" altLang="en-US" smtClean="0"/>
              <a:t>2025/9/15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CA8F9EF-FEB6-F6D9-456A-EB2B0888DC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5656711-3AB2-3190-3FA2-B3F6170E9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7F2F-680D-4EDC-9B68-B1C9015A363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22752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59739A3-2899-FBBB-B612-3F4BB4C82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F739B48-6E56-3111-B055-E50EC6FF88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3EEF8D6-817F-2289-B46A-0E97FBB598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618E427-B47C-720D-40BD-45134D3AA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E2424-E50B-4293-BE1A-4F10EFEA0FF0}" type="datetimeFigureOut">
              <a:rPr lang="zh-CN" altLang="en-US" smtClean="0"/>
              <a:t>2025/9/15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0A0B6D9-33D6-CD72-7D62-C3E790A0F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C8BB4F0-039B-D169-196A-52336A2DB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7F2F-680D-4EDC-9B68-B1C9015A363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81000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88E4D1-8280-D2F9-B02F-BDA0C8DEA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144A090-959E-9411-B8DD-431BDB4ED1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218731D-1B12-AEC9-8F69-21BE843C26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A50E04B-1F27-D96D-E40E-52BBAA07AA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1C13A9E-2DB7-52A8-9787-D7DDF152F7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02866E2-3792-8E48-46AB-9D00C104F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E2424-E50B-4293-BE1A-4F10EFEA0FF0}" type="datetimeFigureOut">
              <a:rPr lang="zh-CN" altLang="en-US" smtClean="0"/>
              <a:t>2025/9/15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18D7497-46A4-CB86-F184-9094396F5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2368D23-C313-6345-5247-080DC8C4A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7F2F-680D-4EDC-9B68-B1C9015A363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72957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56D6F2-2E3A-590A-833B-8D17E16D1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9B1BA0D-037B-4581-0185-F00FE86368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E2424-E50B-4293-BE1A-4F10EFEA0FF0}" type="datetimeFigureOut">
              <a:rPr lang="zh-CN" altLang="en-US" smtClean="0"/>
              <a:t>2025/9/15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298C3C3-5FCC-E1E0-BDD3-7AED07196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C262EB0-A991-8D91-113F-7BD8497DC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7F2F-680D-4EDC-9B68-B1C9015A363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81890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19990C1-9EAA-E439-0531-927CCBB4D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E2424-E50B-4293-BE1A-4F10EFEA0FF0}" type="datetimeFigureOut">
              <a:rPr lang="zh-CN" altLang="en-US" smtClean="0"/>
              <a:t>2025/9/15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BBB3997-70F3-EE43-A932-0449AE571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5DAA13E-B5E7-4FFF-0F33-8466B4998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7F2F-680D-4EDC-9B68-B1C9015A363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2286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1B4ECB-D29F-B249-4AFC-7CDB42CBE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CCCE373-371C-E9E4-0C63-E0A8DF4C9F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8240E4F-E308-1A3E-4EB5-92F6F0BDCD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DDEE981-69F0-C5EE-1F4E-109D649CE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E2424-E50B-4293-BE1A-4F10EFEA0FF0}" type="datetimeFigureOut">
              <a:rPr lang="zh-CN" altLang="en-US" smtClean="0"/>
              <a:t>2025/9/15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12EF5A-2245-45C7-1247-A3BC8F61E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5B8D557-49B6-645F-7BED-9F5D86B2A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7F2F-680D-4EDC-9B68-B1C9015A363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63345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2FAA0C-9B12-6250-077F-0A03281F0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6AD5896-9522-1565-9C85-50C0B450B4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D1BC940-ECCF-8913-A914-33E9200D15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23F0773-4834-2EE5-8D9F-2BB9C5F37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E2424-E50B-4293-BE1A-4F10EFEA0FF0}" type="datetimeFigureOut">
              <a:rPr lang="zh-CN" altLang="en-US" smtClean="0"/>
              <a:t>2025/9/15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CD31517-A70A-BCBB-6D78-36138A878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653C5CD-F04B-3C77-67F4-EDEEB2C8D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7F2F-680D-4EDC-9B68-B1C9015A363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7137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94BF68-C736-34A9-F512-4EE8EBADE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A7F295F-2039-2525-CE74-32815FF8A5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3472FFF-72C4-7B85-BCCE-BD06FEF63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E2424-E50B-4293-BE1A-4F10EFEA0FF0}" type="datetimeFigureOut">
              <a:rPr lang="zh-CN" altLang="en-US" smtClean="0"/>
              <a:t>2025/9/15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EE7DDF5-D809-C072-5B4E-1EE789632B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3E6A0FA-13AA-D37B-31E1-5C3430885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7F2F-680D-4EDC-9B68-B1C9015A363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62419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30DB647-8CF6-D5C0-0ECB-25A0BA1BCF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9967CF2-7A6E-75A1-6CA3-76F85B4EDA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D7D7A33-22E9-F8B8-50BF-ECFD8618E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E2424-E50B-4293-BE1A-4F10EFEA0FF0}" type="datetimeFigureOut">
              <a:rPr lang="zh-CN" altLang="en-US" smtClean="0"/>
              <a:t>2025/9/15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1ECC60B-4A73-8608-CE66-C399E6903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FCC8F63-167C-2A8A-8BF0-E24AD168A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E7F2F-680D-4EDC-9B68-B1C9015A363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81650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550E43B-2945-9B0A-42A3-03959D3C7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018646F-F1C8-A66C-27BA-FFA32D9F35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824B0C9-214E-35CF-7A41-DDC83C4702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0E2424-E50B-4293-BE1A-4F10EFEA0FF0}" type="datetimeFigureOut">
              <a:rPr lang="zh-CN" altLang="en-US" smtClean="0"/>
              <a:t>2025/9/15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73ADE46-B690-1A8E-B13E-6185372C62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FD2E27E-961C-44E1-E7CE-601298A44E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FE7F2F-680D-4EDC-9B68-B1C9015A363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91374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8FE0CF-09F8-2D9A-C54F-F979D4CC138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2025 </a:t>
            </a:r>
            <a:r>
              <a:rPr lang="zh-CN" altLang="en-US" dirty="0"/>
              <a:t>黄浦二卷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5B836A3-8251-D2CD-F42D-C55C0C2284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dirty="0"/>
              <a:t>20250915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827858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C7CE0D-1B38-F17D-E1EE-D07F34917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Translation 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B07C886-2379-E408-856E-FE3ED4228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52.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这款饮料由水果和蔬菜汁混合而成，味道很好（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combination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）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CN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drink, which is a </a:t>
            </a:r>
            <a:r>
              <a:rPr lang="en-US" altLang="zh-CN" u="sng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combination</a:t>
            </a:r>
            <a:r>
              <a:rPr lang="en-US" altLang="zh-CN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fruit and vegetable juices, tastes great. </a:t>
            </a:r>
          </a:p>
          <a:p>
            <a:pPr marL="0" indent="0">
              <a:buNone/>
            </a:pP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53.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下了一周雨后，天气变得阳光明媚，这真令人感到愉悦。（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which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）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CN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After a week of rain, the weather turned sunny and bright, </a:t>
            </a:r>
            <a:r>
              <a:rPr lang="en-US" altLang="zh-CN" u="sng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which</a:t>
            </a:r>
            <a:r>
              <a:rPr lang="en-US" altLang="zh-CN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was truly delightful.</a:t>
            </a:r>
            <a:endParaRPr lang="zh-CN" altLang="en-US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872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B7E61C-DEE7-4DE4-0AE9-26130AA06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Translation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832CB76-39EB-DE11-4BAA-C3288ADB58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1732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54.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无论从哪个方面看，写作都是一个有百利无一害，且适用于每个普通人的技能。（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apply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）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CN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any perspective, writing is a skill that offers nothing but benefits and </a:t>
            </a:r>
            <a:r>
              <a:rPr lang="en-US" altLang="zh-CN" u="sng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applies</a:t>
            </a:r>
            <a:r>
              <a:rPr lang="en-US" altLang="zh-CN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every ordinary person.</a:t>
            </a:r>
          </a:p>
          <a:p>
            <a:pPr marL="0" indent="0">
              <a:buNone/>
            </a:pP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55.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包括新手小白和高级玩家在内的多位受访者表示，他们热衷于攀岩是因为这项运动需要他们富有创造性地解决问题。（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range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）</a:t>
            </a:r>
          </a:p>
          <a:p>
            <a:pPr marL="0" indent="0">
              <a:buNone/>
            </a:pPr>
            <a:r>
              <a:rPr lang="en-US" altLang="zh-CN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dozen interviewees, </a:t>
            </a:r>
            <a:r>
              <a:rPr lang="en-US" altLang="zh-CN" u="sng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ranging</a:t>
            </a:r>
            <a:r>
              <a:rPr lang="en-US" altLang="zh-CN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from beginner to professionals, said they were enthusiastic about rock climbing because it required them to solve problems creatively.</a:t>
            </a:r>
            <a:endParaRPr lang="zh-CN" altLang="en-US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61972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193</Words>
  <Application>Microsoft Office PowerPoint</Application>
  <PresentationFormat>宽屏</PresentationFormat>
  <Paragraphs>14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8" baseType="lpstr">
      <vt:lpstr>等线</vt:lpstr>
      <vt:lpstr>等线 Light</vt:lpstr>
      <vt:lpstr>Arial</vt:lpstr>
      <vt:lpstr>Times New Roman</vt:lpstr>
      <vt:lpstr>Office 主题​​</vt:lpstr>
      <vt:lpstr>2025 黄浦二卷</vt:lpstr>
      <vt:lpstr>Translation </vt:lpstr>
      <vt:lpstr>Translation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诺 许</dc:creator>
  <cp:lastModifiedBy>诺 许</cp:lastModifiedBy>
  <cp:revision>4</cp:revision>
  <dcterms:created xsi:type="dcterms:W3CDTF">2025-09-15T14:49:52Z</dcterms:created>
  <dcterms:modified xsi:type="dcterms:W3CDTF">2025-09-15T14:56:36Z</dcterms:modified>
</cp:coreProperties>
</file>