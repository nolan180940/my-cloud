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225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1F241C-61DE-F3AE-6393-3999F8B551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388CEEF-6AD0-6545-8C42-22E14F5952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68F12A-BA0B-7507-32FD-C192F9B8E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934B4-6450-4BA8-BB2C-76A58798DF22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7839E-3182-3193-C32C-A94C35B4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488DE-52AB-67EF-2902-513C3D812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0F415-3269-4391-B37B-964BFD8D88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8229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5379F2-C9F9-178B-4BDF-8A265DC9D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56869FC-7911-103E-DBC8-7A471F216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265B2E7-A425-AA0D-FC89-891108B10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934B4-6450-4BA8-BB2C-76A58798DF22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999212-E8F4-AF56-3EF2-463045F28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1C92B1A-595A-2F14-6063-F716905C0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0F415-3269-4391-B37B-964BFD8D88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2892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571319-D75A-ED96-A0E6-4CA7ACC0C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CF5E74E-ED11-2D4F-7FCF-1342A9B9A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DF143B-7510-2AF7-C593-875BC715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934B4-6450-4BA8-BB2C-76A58798DF22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0CBBDF-AC0B-638B-5CB7-F24F97ABF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BAD3D9-CCE5-C059-0A0B-4E231A411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0F415-3269-4391-B37B-964BFD8D88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7981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68DBA7-1455-27EE-B77D-1721A20A9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839808-3298-4870-0DDC-9BE09643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25A6E9-81A7-9F2F-D4B7-2E019D57A7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580C29C-901C-A2F8-EE03-DFC82E0B0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934B4-6450-4BA8-BB2C-76A58798DF22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EFC1028-77D2-88B8-93EB-881368740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3E4A7C-F528-BC37-2E43-003F6592A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0F415-3269-4391-B37B-964BFD8D88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4632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06B702-5733-0DD2-D92C-34E8D2D5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E497D95-1F4F-F596-7ADA-2F8352456C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D3762EA-2299-449F-8DBA-2804B9D56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83E7F89-33FE-6087-9CF3-CDF2CCFAB4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5959E78-3C24-4193-CEEF-1F67BB7364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FCD1960-589C-8E39-4309-8F1169C83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934B4-6450-4BA8-BB2C-76A58798DF22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326FA09-604E-CD13-EF10-782CAA706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A123E9B-6849-FA24-205B-A2A814092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0F415-3269-4391-B37B-964BFD8D88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1704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3A19A0-BA7D-13ED-4A15-BEAFBA16B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FF4E60E-07F8-FD84-8CB6-484AFCBC4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934B4-6450-4BA8-BB2C-76A58798DF22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CAD2B04-94D0-5DD2-2624-A662273A4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C0D462-619E-8931-85C3-EA438C3EF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0F415-3269-4391-B37B-964BFD8D88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111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55039B8-9B11-0DFB-7673-F50E88B4F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934B4-6450-4BA8-BB2C-76A58798DF22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A087B-FE18-781A-535E-FA4254999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6D787D9-94BF-8910-1EF3-85D6E22E7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0F415-3269-4391-B37B-964BFD8D88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2505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77E2CA-9BCE-91C6-6BA8-9F964F622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184819-35DD-7729-3EAC-F3DB48653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A29D1A3-7789-3755-2618-A0096F269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00EEE0-5E43-372A-395D-6CE65E8D8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934B4-6450-4BA8-BB2C-76A58798DF22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53D910D-8FA7-DA75-1812-AF1044386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C3B5124-E500-06FD-9C77-BF18FC4F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0F415-3269-4391-B37B-964BFD8D88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1601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ADD546-FB73-6D4F-A796-58820FF65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2C983D3-982D-F998-03C3-0897069F25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A6BCAFA-D987-4AD7-60D2-6AEA614E52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8E60A3-3B68-1A69-08FD-2B9929A9E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934B4-6450-4BA8-BB2C-76A58798DF22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AEB59EF-882A-B9D8-6918-953978A42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F4B30ED-0B3D-42FE-568F-98074D0ED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0F415-3269-4391-B37B-964BFD8D88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9659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AF94DE-DB69-018A-67EA-A8BF9E9F9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1DBFAA4-CCB7-A426-FF19-D1B3B9327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8184E4-0B52-8817-00CE-2BAF42526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934B4-6450-4BA8-BB2C-76A58798DF22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754A347-75E7-30F3-B08A-F30439DD5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1DC203E-A159-30EF-4EA3-F6BD3887F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0F415-3269-4391-B37B-964BFD8D88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1689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75CC552-14DE-B11B-5F72-E206D93B0F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F6671F9-144F-1075-33E1-A87D1D5B8E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74CE39-0A30-0299-985E-D80B9BD8E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934B4-6450-4BA8-BB2C-76A58798DF22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0F9180-C200-D599-32FE-C755662C6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5EBE19-6C60-CFA5-ADB6-4F80F0345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0F415-3269-4391-B37B-964BFD8D88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4339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363CAB8-D323-F84D-C183-CBD38551C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AEA49B2-1654-B496-53B2-3C22B3B7D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DD11C1-B270-27CD-E325-3600EE8BE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C934B4-6450-4BA8-BB2C-76A58798DF22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05AB0F-4291-D572-1B25-FF50930A13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ACA315-1170-D389-1A55-10F67B75C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70F415-3269-4391-B37B-964BFD8D88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0045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42E85A-8BBD-AABF-35E6-A1F446E115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2025 </a:t>
            </a:r>
            <a:r>
              <a:rPr lang="zh-CN" altLang="en-US" dirty="0"/>
              <a:t>闵行一模二卷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FDECDD-FA4D-EB47-B5FC-79704E86CE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/>
              <a:t>2025.09</a:t>
            </a:r>
            <a:r>
              <a:rPr lang="en-US" altLang="zh-CN" dirty="0"/>
              <a:t>.</a:t>
            </a:r>
            <a:r>
              <a:rPr lang="en-US" altLang="zh-CN"/>
              <a:t>07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29301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354A0D-3C61-EE2A-52ED-60EAE5B7F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Translation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39976B-C31E-8B94-E6B6-CA7F37B18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52.</a:t>
            </a:r>
            <a:r>
              <a:rPr lang="zh-CN" altLang="en-US" dirty="0"/>
              <a:t>这位幼儿园退休教师最近迷上了烹饪。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fond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/>
          </a:p>
          <a:p>
            <a:pPr marL="0" indent="0">
              <a:buNone/>
            </a:pP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retired kindergarten teacher has recently become </a:t>
            </a:r>
            <a:r>
              <a:rPr lang="en-US" altLang="zh-CN" u="sng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fond</a:t>
            </a: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cooking.</a:t>
            </a:r>
          </a:p>
          <a:p>
            <a:endParaRPr lang="zh-CN" altLang="en-US" dirty="0"/>
          </a:p>
          <a:p>
            <a:pPr marL="0" indent="0">
              <a:buNone/>
            </a:pPr>
            <a:r>
              <a:rPr lang="en-US" altLang="zh-CN" dirty="0"/>
              <a:t>53.</a:t>
            </a:r>
            <a:r>
              <a:rPr lang="zh-CN" altLang="en-US" dirty="0"/>
              <a:t>健康顾问建议服用药草来促进康复。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/>
          </a:p>
          <a:p>
            <a:pPr marL="0" indent="0">
              <a:buNone/>
            </a:pP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health advisor </a:t>
            </a:r>
            <a:r>
              <a:rPr lang="en-US" altLang="zh-CN" u="sng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recommends</a:t>
            </a: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taking </a:t>
            </a:r>
            <a:r>
              <a:rPr lang="en-US" altLang="zh-CN" u="sng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herbs</a:t>
            </a: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promote recovery.</a:t>
            </a:r>
            <a:endParaRPr lang="zh-CN" altLang="en-US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27054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2AC9DD-43FB-22E3-A093-A921DBEC9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Translation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351023-104D-E29A-5AF9-BE02400E5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2193" y="1690688"/>
            <a:ext cx="10515600" cy="58058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>
                <a:effectLst/>
              </a:rPr>
              <a:t>54.</a:t>
            </a:r>
            <a:r>
              <a:rPr lang="zh-CN" altLang="en-US" dirty="0">
                <a:effectLst/>
              </a:rPr>
              <a:t>社区志愿者在共享单车的把手上安装了防风手套，好贴心呀！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u="sng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It's</a:t>
            </a: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thoughtful/considerate/kind of community volunteers to install windproof gloves.</a:t>
            </a:r>
          </a:p>
          <a:p>
            <a:endParaRPr lang="zh-CN" altLang="en-US" dirty="0">
              <a:effectLst/>
            </a:endParaRPr>
          </a:p>
          <a:p>
            <a:pPr marL="0" indent="0">
              <a:buNone/>
            </a:pPr>
            <a:r>
              <a:rPr lang="en-US" altLang="zh-CN" dirty="0">
                <a:effectLst/>
              </a:rPr>
              <a:t>55.</a:t>
            </a:r>
            <a:r>
              <a:rPr lang="zh-CN" altLang="en-US" dirty="0">
                <a:effectLst/>
              </a:rPr>
              <a:t>随着一系列优惠政策落地，电动车企业对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推动</a:t>
            </a:r>
            <a:r>
              <a:rPr lang="zh-CN" altLang="en-US" dirty="0">
                <a:effectLst/>
              </a:rPr>
              <a:t>电池技术走向国际市场很乐观。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</a:t>
            </a:r>
            <a:endParaRPr lang="en-US" altLang="zh-CN" dirty="0">
              <a:effectLst/>
            </a:endParaRPr>
          </a:p>
          <a:p>
            <a:pPr marL="0" indent="0">
              <a:buNone/>
            </a:pPr>
            <a:r>
              <a:rPr lang="en-US" altLang="zh-CN" u="sng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series of </a:t>
            </a:r>
            <a:r>
              <a:rPr lang="en-US" altLang="zh-CN" u="sng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favorable</a:t>
            </a: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policies carried out, the electric vehicle company is </a:t>
            </a:r>
            <a:r>
              <a:rPr lang="en-US" altLang="zh-CN" u="sng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optimistic</a:t>
            </a: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about </a:t>
            </a:r>
            <a:r>
              <a:rPr lang="en-US" altLang="zh-CN" u="sng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advancing</a:t>
            </a: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battery technology into international markets.</a:t>
            </a:r>
            <a:br>
              <a:rPr lang="zh-CN" alt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zh-CN" altLang="en-US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2058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143</Words>
  <Application>Microsoft Office PowerPoint</Application>
  <PresentationFormat>宽屏</PresentationFormat>
  <Paragraphs>16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Arial</vt:lpstr>
      <vt:lpstr>Times New Roman</vt:lpstr>
      <vt:lpstr>Office 主题​​</vt:lpstr>
      <vt:lpstr>2025 闵行一模二卷</vt:lpstr>
      <vt:lpstr>Translation</vt:lpstr>
      <vt:lpstr>Translation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诺 许</dc:creator>
  <cp:lastModifiedBy>诺 许</cp:lastModifiedBy>
  <cp:revision>4</cp:revision>
  <dcterms:created xsi:type="dcterms:W3CDTF">2025-09-06T03:37:17Z</dcterms:created>
  <dcterms:modified xsi:type="dcterms:W3CDTF">2025-09-06T03:47:40Z</dcterms:modified>
</cp:coreProperties>
</file>